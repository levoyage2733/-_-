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43" d="100"/>
          <a:sy n="43" d="100"/>
        </p:scale>
        <p:origin x="60" y="2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4FAAB7-AED1-75F4-7167-9A642CF18C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51EEA1-AE3B-D42E-027E-99170E515C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711C84-69C6-F301-6E90-BDC10249C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E5669-480E-4F50-B3E7-24EB9BC3BA14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ACE02C-4B43-91CB-A9E1-484099C12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734765-9328-56DB-FC1C-2953BE128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3EFE7-8168-45E8-BFCD-4470C7F42B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3561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9C69EF-9A7B-AE50-3EA0-0626E7078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3FDCB9-B41F-5DCD-40CB-B8CB46250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7A30E8-4FF7-98F0-5F16-7B83719B4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E5669-480E-4F50-B3E7-24EB9BC3BA14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DA1A0F-FDC1-4F2F-6011-0EE1FCD1D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2A4F5A-07C1-C29F-7BFC-DB56FFC76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3EFE7-8168-45E8-BFCD-4470C7F42B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074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7E0977-9608-249D-5E1A-C55968080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7D812E-56F4-A20A-EB36-A617B0337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7C1B53-0EE3-A091-AEAC-A51560BE6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E5669-480E-4F50-B3E7-24EB9BC3BA14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91E7D2-3CF6-8052-580F-B7A383A05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F15F9F-E745-17BF-B427-3D7C84A10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3EFE7-8168-45E8-BFCD-4470C7F42B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898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F95F09-F7DD-3097-5815-17326D7E0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BC8119-E27A-219C-D6F5-306789F39D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16AAEAE-0C40-A692-4619-028810BBFE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FE415E-87DE-581C-723B-C229CF969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E5669-480E-4F50-B3E7-24EB9BC3BA14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ABC6E7-1322-A193-D23E-BCB462D8A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01E119-23F1-FC38-4E8C-A3E8993F9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3EFE7-8168-45E8-BFCD-4470C7F42B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7389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565ED7-9538-0032-4BF3-446A1B752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8B93ED2-FE83-A7E4-82CC-BA8CA8A7E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C1B070E-4305-BEF7-6F68-0EF5D80D47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9421D6E-7031-B561-6B4F-1B17D65FB1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672B9DD-449D-4B15-CBBB-337132137B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C1588E8-C4F9-3E55-1642-94B4E3BD4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E5669-480E-4F50-B3E7-24EB9BC3BA14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5B7487-F915-B335-47AC-52056529C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11221FB-BF86-C0DB-1B9A-A8B87B98D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3EFE7-8168-45E8-BFCD-4470C7F42B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8575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5BD62C-C5E3-98FF-6BAD-10BA0ABCF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35513C-EC41-2783-7261-185426168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E5669-480E-4F50-B3E7-24EB9BC3BA14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51B6DD5-984F-3053-742F-6A8E92D0C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92652F4-F8F8-0EAE-5FDC-0B695A9AF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3EFE7-8168-45E8-BFCD-4470C7F42B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3880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30E79E7-3744-D491-B254-95E6F41B1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E5669-480E-4F50-B3E7-24EB9BC3BA14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D440DD-F068-AE6F-5FAC-59BD633FF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7E0D4B-509D-8629-B2A7-F01FA47B6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3EFE7-8168-45E8-BFCD-4470C7F42B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516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6F6BCB-9FBE-ACE0-2A89-EA1410A75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BB6189-AF4E-9E0A-D32F-0EEA4890A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388CB70-10CC-8BCA-9962-CD4E74FDFD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669FD8-7D75-D9A6-2557-6904D221E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E5669-480E-4F50-B3E7-24EB9BC3BA14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730009-C841-93AB-15E9-84469D1B3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B9F2B81-6522-958D-EB79-E2FA34CE0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3EFE7-8168-45E8-BFCD-4470C7F42B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5640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DCD4EF-8D61-399D-D5EB-F70265581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3CE368E-02DB-3545-9B2C-E12794C54B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868850-5DE3-B15E-2079-0900E7052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25B20F-0E1C-9DF6-983B-8AE42A83B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E5669-480E-4F50-B3E7-24EB9BC3BA14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4E3795-05A4-4BBA-368B-375575131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B66177-CD13-A373-BA3E-BE7BBDFAA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3EFE7-8168-45E8-BFCD-4470C7F42B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2854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39ACA-B0B2-EAA3-8853-BC91546B1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772CC6B-60FF-DCF3-311C-F448AFFCF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602B32-483A-CB0C-DA5C-41722015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E5669-480E-4F50-B3E7-24EB9BC3BA14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2720DE-DB8A-3445-F542-4BA5C28F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FC7F78-CA4B-9480-8B1A-2F515BFC1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3EFE7-8168-45E8-BFCD-4470C7F42B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4595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B247756-CE53-CFD3-801F-442CDCB6CA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555D807-F0D1-0627-B166-0F9163C83E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DA87A3-0991-9571-53B2-1D4DB1A62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E5669-480E-4F50-B3E7-24EB9BC3BA14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D0834A-E1C3-9AD0-411D-0A110751B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2A95FC-B42D-4545-A4DB-246D99249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3EFE7-8168-45E8-BFCD-4470C7F42B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7037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86427DC-D634-57C9-C48D-C78C78F2A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B133A4-7260-1399-C191-7535E0A3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E9395C-B408-54BE-7409-7F3A334487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8E5669-480E-4F50-B3E7-24EB9BC3BA14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482BA6-AB63-8F45-F94C-AFE89576C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6745FC-6ECA-8AF6-8784-3D679B9829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73EFE7-8168-45E8-BFCD-4470C7F42B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584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FF3830A-D80F-9A19-4E0E-91AA298AAB75}"/>
              </a:ext>
            </a:extLst>
          </p:cNvPr>
          <p:cNvSpPr/>
          <p:nvPr/>
        </p:nvSpPr>
        <p:spPr>
          <a:xfrm>
            <a:off x="1512501" y="1092679"/>
            <a:ext cx="1725283" cy="6901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chemeClr val="tx1"/>
                </a:solidFill>
              </a:rPr>
              <a:t>하드웨어</a:t>
            </a:r>
            <a:r>
              <a:rPr lang="en-US" altLang="ko-KR" sz="1300" dirty="0">
                <a:solidFill>
                  <a:schemeClr val="tx1"/>
                </a:solidFill>
              </a:rPr>
              <a:t>: </a:t>
            </a:r>
            <a:r>
              <a:rPr lang="ko-KR" altLang="en-US" sz="1300" dirty="0">
                <a:solidFill>
                  <a:schemeClr val="tx1"/>
                </a:solidFill>
              </a:rPr>
              <a:t>모듈형 캐릭터 조명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AFE0962-B9E4-A033-18AB-E21BDE6F9FEB}"/>
              </a:ext>
            </a:extLst>
          </p:cNvPr>
          <p:cNvSpPr/>
          <p:nvPr/>
        </p:nvSpPr>
        <p:spPr>
          <a:xfrm>
            <a:off x="6300158" y="1092679"/>
            <a:ext cx="1725283" cy="6901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chemeClr val="tx1"/>
                </a:solidFill>
              </a:rPr>
              <a:t>소프트웨어</a:t>
            </a:r>
            <a:r>
              <a:rPr lang="en-US" altLang="ko-KR" sz="1300" dirty="0">
                <a:solidFill>
                  <a:schemeClr val="tx1"/>
                </a:solidFill>
              </a:rPr>
              <a:t>: </a:t>
            </a:r>
            <a:r>
              <a:rPr lang="ko-KR" altLang="en-US" sz="1300" dirty="0">
                <a:solidFill>
                  <a:schemeClr val="tx1"/>
                </a:solidFill>
              </a:rPr>
              <a:t>페이지프레임 앱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C45F347-C33E-9938-BB78-36CC4452B296}"/>
              </a:ext>
            </a:extLst>
          </p:cNvPr>
          <p:cNvCxnSpPr>
            <a:stCxn id="4" idx="2"/>
          </p:cNvCxnSpPr>
          <p:nvPr/>
        </p:nvCxnSpPr>
        <p:spPr>
          <a:xfrm flipH="1">
            <a:off x="2375142" y="1782792"/>
            <a:ext cx="1" cy="3910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1A34853-C5CF-B373-FAEC-8FB63DEED177}"/>
              </a:ext>
            </a:extLst>
          </p:cNvPr>
          <p:cNvSpPr/>
          <p:nvPr/>
        </p:nvSpPr>
        <p:spPr>
          <a:xfrm>
            <a:off x="1512501" y="2076092"/>
            <a:ext cx="1725281" cy="74762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chemeClr val="tx1"/>
                </a:solidFill>
              </a:rPr>
              <a:t>[</a:t>
            </a:r>
            <a:r>
              <a:rPr lang="ko-KR" altLang="en-US" sz="1300" dirty="0">
                <a:solidFill>
                  <a:schemeClr val="tx1"/>
                </a:solidFill>
              </a:rPr>
              <a:t>입력</a:t>
            </a:r>
            <a:r>
              <a:rPr lang="en-US" altLang="ko-KR" sz="1300" dirty="0">
                <a:solidFill>
                  <a:schemeClr val="tx1"/>
                </a:solidFill>
              </a:rPr>
              <a:t>] </a:t>
            </a:r>
            <a:r>
              <a:rPr lang="ko-KR" altLang="en-US" sz="1300" dirty="0">
                <a:solidFill>
                  <a:schemeClr val="tx1"/>
                </a:solidFill>
              </a:rPr>
              <a:t>사용자 조작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F0BAAC6-30C1-D147-27DD-F0F10BF25896}"/>
              </a:ext>
            </a:extLst>
          </p:cNvPr>
          <p:cNvSpPr/>
          <p:nvPr/>
        </p:nvSpPr>
        <p:spPr>
          <a:xfrm>
            <a:off x="1715888" y="2777707"/>
            <a:ext cx="1282457" cy="471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분리</a:t>
            </a:r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결합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스위치 </a:t>
            </a:r>
            <a:r>
              <a:rPr lang="en-US" altLang="ko-KR" sz="1200" dirty="0">
                <a:solidFill>
                  <a:schemeClr val="tx1"/>
                </a:solidFill>
              </a:rPr>
              <a:t>On/Off)</a:t>
            </a:r>
            <a:endParaRPr lang="ko-KR" altLang="en-US" sz="1200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8250934-5852-2C0A-1763-80033892724C}"/>
              </a:ext>
            </a:extLst>
          </p:cNvPr>
          <p:cNvSpPr/>
          <p:nvPr/>
        </p:nvSpPr>
        <p:spPr>
          <a:xfrm>
            <a:off x="1512501" y="3508077"/>
            <a:ext cx="1725281" cy="74762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chemeClr val="tx1"/>
                </a:solidFill>
              </a:rPr>
              <a:t>[</a:t>
            </a:r>
            <a:r>
              <a:rPr lang="ko-KR" altLang="en-US" sz="1300" dirty="0">
                <a:solidFill>
                  <a:schemeClr val="tx1"/>
                </a:solidFill>
              </a:rPr>
              <a:t>처리</a:t>
            </a:r>
            <a:r>
              <a:rPr lang="en-US" altLang="ko-KR" sz="1300" dirty="0">
                <a:solidFill>
                  <a:schemeClr val="tx1"/>
                </a:solidFill>
              </a:rPr>
              <a:t>] </a:t>
            </a:r>
            <a:r>
              <a:rPr lang="ko-KR" altLang="en-US" sz="1300" dirty="0">
                <a:solidFill>
                  <a:schemeClr val="tx1"/>
                </a:solidFill>
              </a:rPr>
              <a:t>상황에 따른 모드 전환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3C0274F-530D-4D8A-E2AE-DA7D143ABF6C}"/>
              </a:ext>
            </a:extLst>
          </p:cNvPr>
          <p:cNvSpPr/>
          <p:nvPr/>
        </p:nvSpPr>
        <p:spPr>
          <a:xfrm>
            <a:off x="1715888" y="4209692"/>
            <a:ext cx="1282457" cy="471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</a:rPr>
              <a:t>무드등</a:t>
            </a:r>
            <a:r>
              <a:rPr lang="en-US" altLang="ko-KR" sz="1000" dirty="0">
                <a:solidFill>
                  <a:schemeClr val="tx1"/>
                </a:solidFill>
              </a:rPr>
              <a:t>&lt;-&gt;</a:t>
            </a:r>
            <a:r>
              <a:rPr lang="ko-KR" altLang="en-US" sz="1000" dirty="0" err="1">
                <a:solidFill>
                  <a:schemeClr val="tx1"/>
                </a:solidFill>
              </a:rPr>
              <a:t>독서등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endParaRPr lang="ko-KR" altLang="en-US" sz="1000" dirty="0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36DFFA3-D3B6-17D9-6617-1BBFC06B9D1E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2357116" y="3249284"/>
            <a:ext cx="18026" cy="2587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2F83A5C-52D5-A0FC-11E2-320AE2A513F1}"/>
              </a:ext>
            </a:extLst>
          </p:cNvPr>
          <p:cNvSpPr/>
          <p:nvPr/>
        </p:nvSpPr>
        <p:spPr>
          <a:xfrm>
            <a:off x="1512501" y="4940062"/>
            <a:ext cx="1725281" cy="74762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chemeClr val="tx1"/>
                </a:solidFill>
              </a:rPr>
              <a:t>[</a:t>
            </a:r>
            <a:r>
              <a:rPr lang="ko-KR" altLang="en-US" sz="1300" dirty="0">
                <a:solidFill>
                  <a:schemeClr val="tx1"/>
                </a:solidFill>
              </a:rPr>
              <a:t>출력</a:t>
            </a:r>
            <a:r>
              <a:rPr lang="en-US" altLang="ko-KR" sz="1300" dirty="0">
                <a:solidFill>
                  <a:schemeClr val="tx1"/>
                </a:solidFill>
              </a:rPr>
              <a:t>] </a:t>
            </a:r>
            <a:r>
              <a:rPr lang="ko-KR" altLang="en-US" sz="1300" dirty="0">
                <a:solidFill>
                  <a:schemeClr val="tx1"/>
                </a:solidFill>
              </a:rPr>
              <a:t>최적화된 </a:t>
            </a:r>
            <a:r>
              <a:rPr lang="en-US" altLang="ko-KR" sz="1300" dirty="0">
                <a:solidFill>
                  <a:schemeClr val="tx1"/>
                </a:solidFill>
              </a:rPr>
              <a:t>LED </a:t>
            </a:r>
            <a:r>
              <a:rPr lang="ko-KR" altLang="en-US" sz="1300" dirty="0">
                <a:solidFill>
                  <a:schemeClr val="tx1"/>
                </a:solidFill>
              </a:rPr>
              <a:t>조명 제공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98595868-920E-2090-6137-11A6C98FA6BA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2357116" y="4652515"/>
            <a:ext cx="18026" cy="2875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D6D87E2-889C-B65E-BBED-AEA23ABF4B7E}"/>
              </a:ext>
            </a:extLst>
          </p:cNvPr>
          <p:cNvSpPr/>
          <p:nvPr/>
        </p:nvSpPr>
        <p:spPr>
          <a:xfrm>
            <a:off x="4290975" y="2612331"/>
            <a:ext cx="1725281" cy="74762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chemeClr val="tx1"/>
                </a:solidFill>
              </a:rPr>
              <a:t>[</a:t>
            </a:r>
            <a:r>
              <a:rPr lang="ko-KR" altLang="en-US" sz="1300" dirty="0">
                <a:solidFill>
                  <a:schemeClr val="tx1"/>
                </a:solidFill>
              </a:rPr>
              <a:t>입력</a:t>
            </a:r>
            <a:r>
              <a:rPr lang="en-US" altLang="ko-KR" sz="1300" dirty="0">
                <a:solidFill>
                  <a:schemeClr val="tx1"/>
                </a:solidFill>
              </a:rPr>
              <a:t>] </a:t>
            </a:r>
            <a:r>
              <a:rPr lang="ko-KR" altLang="en-US" sz="1300" dirty="0">
                <a:solidFill>
                  <a:schemeClr val="tx1"/>
                </a:solidFill>
              </a:rPr>
              <a:t>스마트폰 카메라 이미지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FC0693E-E3A8-618C-E140-DF4F7B504ED4}"/>
              </a:ext>
            </a:extLst>
          </p:cNvPr>
          <p:cNvSpPr/>
          <p:nvPr/>
        </p:nvSpPr>
        <p:spPr>
          <a:xfrm>
            <a:off x="4290975" y="4044316"/>
            <a:ext cx="1725281" cy="74762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chemeClr val="tx1"/>
                </a:solidFill>
              </a:rPr>
              <a:t>[</a:t>
            </a:r>
            <a:r>
              <a:rPr lang="ko-KR" altLang="en-US" sz="1300" dirty="0">
                <a:solidFill>
                  <a:schemeClr val="tx1"/>
                </a:solidFill>
              </a:rPr>
              <a:t>처리</a:t>
            </a:r>
            <a:r>
              <a:rPr lang="en-US" altLang="ko-KR" sz="1300" dirty="0">
                <a:solidFill>
                  <a:schemeClr val="tx1"/>
                </a:solidFill>
              </a:rPr>
              <a:t>] </a:t>
            </a:r>
            <a:r>
              <a:rPr lang="ko-KR" altLang="en-US" sz="1300" dirty="0">
                <a:solidFill>
                  <a:schemeClr val="tx1"/>
                </a:solidFill>
              </a:rPr>
              <a:t>이미지 보정 및 텍스트 추출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E6A032C-F80E-C4F4-C5F8-531339296056}"/>
              </a:ext>
            </a:extLst>
          </p:cNvPr>
          <p:cNvSpPr/>
          <p:nvPr/>
        </p:nvSpPr>
        <p:spPr>
          <a:xfrm>
            <a:off x="4494362" y="4745931"/>
            <a:ext cx="1282457" cy="471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(OpenCV,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OCR)</a:t>
            </a:r>
            <a:endParaRPr lang="ko-KR" altLang="en-US" sz="1000" dirty="0"/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DC2DB48B-31C2-2B5C-D6D9-084268F29477}"/>
              </a:ext>
            </a:extLst>
          </p:cNvPr>
          <p:cNvCxnSpPr>
            <a:cxnSpLocks/>
            <a:stCxn id="19" idx="2"/>
            <a:endCxn id="21" idx="0"/>
          </p:cNvCxnSpPr>
          <p:nvPr/>
        </p:nvCxnSpPr>
        <p:spPr>
          <a:xfrm>
            <a:off x="5153616" y="3359953"/>
            <a:ext cx="0" cy="6843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499F0D4C-F901-8327-DC72-65071C31A97D}"/>
              </a:ext>
            </a:extLst>
          </p:cNvPr>
          <p:cNvSpPr/>
          <p:nvPr/>
        </p:nvSpPr>
        <p:spPr>
          <a:xfrm>
            <a:off x="4290975" y="5476301"/>
            <a:ext cx="1725281" cy="74762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chemeClr val="tx1"/>
                </a:solidFill>
              </a:rPr>
              <a:t>[</a:t>
            </a:r>
            <a:r>
              <a:rPr lang="ko-KR" altLang="en-US" sz="1300" dirty="0">
                <a:solidFill>
                  <a:schemeClr val="tx1"/>
                </a:solidFill>
              </a:rPr>
              <a:t>출력</a:t>
            </a:r>
            <a:r>
              <a:rPr lang="en-US" altLang="ko-KR" sz="1300" dirty="0">
                <a:solidFill>
                  <a:schemeClr val="tx1"/>
                </a:solidFill>
              </a:rPr>
              <a:t>] PDF, Word </a:t>
            </a:r>
            <a:r>
              <a:rPr lang="ko-KR" altLang="en-US" sz="1300" dirty="0">
                <a:solidFill>
                  <a:schemeClr val="tx1"/>
                </a:solidFill>
              </a:rPr>
              <a:t>등 문서 파일</a:t>
            </a: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11564CBB-4A5C-1ADD-4AA0-D8873BA68A65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5135590" y="5188754"/>
            <a:ext cx="18026" cy="2875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CB083D37-3B9C-1EC9-9AAE-2ABCDBA1861A}"/>
              </a:ext>
            </a:extLst>
          </p:cNvPr>
          <p:cNvSpPr/>
          <p:nvPr/>
        </p:nvSpPr>
        <p:spPr>
          <a:xfrm>
            <a:off x="6300160" y="2612331"/>
            <a:ext cx="1725281" cy="74762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chemeClr val="tx1"/>
                </a:solidFill>
              </a:rPr>
              <a:t>[</a:t>
            </a:r>
            <a:r>
              <a:rPr lang="ko-KR" altLang="en-US" sz="1300" dirty="0">
                <a:solidFill>
                  <a:schemeClr val="tx1"/>
                </a:solidFill>
              </a:rPr>
              <a:t>입력</a:t>
            </a:r>
            <a:r>
              <a:rPr lang="en-US" altLang="ko-KR" sz="1300" dirty="0">
                <a:solidFill>
                  <a:schemeClr val="tx1"/>
                </a:solidFill>
              </a:rPr>
              <a:t>] </a:t>
            </a:r>
            <a:r>
              <a:rPr lang="ko-KR" altLang="en-US" sz="1300" dirty="0">
                <a:solidFill>
                  <a:schemeClr val="tx1"/>
                </a:solidFill>
              </a:rPr>
              <a:t>사용자 설정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6B1833E4-3FDE-26DE-48B0-95855A251D7F}"/>
              </a:ext>
            </a:extLst>
          </p:cNvPr>
          <p:cNvSpPr/>
          <p:nvPr/>
        </p:nvSpPr>
        <p:spPr>
          <a:xfrm>
            <a:off x="6503547" y="3313946"/>
            <a:ext cx="1282457" cy="471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학습 목표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시간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EEF46AF4-1F67-D0A8-C2FB-3F155F89AECC}"/>
              </a:ext>
            </a:extLst>
          </p:cNvPr>
          <p:cNvSpPr/>
          <p:nvPr/>
        </p:nvSpPr>
        <p:spPr>
          <a:xfrm>
            <a:off x="6300160" y="4044316"/>
            <a:ext cx="1725281" cy="74762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chemeClr val="tx1"/>
                </a:solidFill>
              </a:rPr>
              <a:t>[</a:t>
            </a:r>
            <a:r>
              <a:rPr lang="ko-KR" altLang="en-US" sz="1300" dirty="0">
                <a:solidFill>
                  <a:schemeClr val="tx1"/>
                </a:solidFill>
              </a:rPr>
              <a:t>처리</a:t>
            </a:r>
            <a:r>
              <a:rPr lang="en-US" altLang="ko-KR" sz="1300" dirty="0">
                <a:solidFill>
                  <a:schemeClr val="tx1"/>
                </a:solidFill>
              </a:rPr>
              <a:t>] </a:t>
            </a:r>
            <a:r>
              <a:rPr lang="ko-KR" altLang="en-US" sz="1300" dirty="0">
                <a:solidFill>
                  <a:schemeClr val="tx1"/>
                </a:solidFill>
              </a:rPr>
              <a:t>학습 데이터 기록 및 게임화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3C7A488A-894E-036F-AB80-53108BFC82EE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7144775" y="3785523"/>
            <a:ext cx="18026" cy="2587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5247C4E1-1FDB-2C58-7B90-0A92611BD88C}"/>
              </a:ext>
            </a:extLst>
          </p:cNvPr>
          <p:cNvSpPr/>
          <p:nvPr/>
        </p:nvSpPr>
        <p:spPr>
          <a:xfrm>
            <a:off x="6300160" y="5476301"/>
            <a:ext cx="1725281" cy="74762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chemeClr val="tx1"/>
                </a:solidFill>
              </a:rPr>
              <a:t>[</a:t>
            </a:r>
            <a:r>
              <a:rPr lang="ko-KR" altLang="en-US" sz="1300" dirty="0">
                <a:solidFill>
                  <a:schemeClr val="tx1"/>
                </a:solidFill>
              </a:rPr>
              <a:t>입력</a:t>
            </a:r>
            <a:r>
              <a:rPr lang="en-US" altLang="ko-KR" sz="1300" dirty="0">
                <a:solidFill>
                  <a:schemeClr val="tx1"/>
                </a:solidFill>
              </a:rPr>
              <a:t>] </a:t>
            </a:r>
            <a:r>
              <a:rPr lang="ko-KR" altLang="en-US" sz="1300" dirty="0">
                <a:solidFill>
                  <a:schemeClr val="tx1"/>
                </a:solidFill>
              </a:rPr>
              <a:t>학습 통계 및 캐릭터 피드백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48A0D517-6056-47FB-57DC-439616DC8F55}"/>
              </a:ext>
            </a:extLst>
          </p:cNvPr>
          <p:cNvCxnSpPr>
            <a:cxnSpLocks/>
            <a:stCxn id="29" idx="2"/>
            <a:endCxn id="32" idx="0"/>
          </p:cNvCxnSpPr>
          <p:nvPr/>
        </p:nvCxnSpPr>
        <p:spPr>
          <a:xfrm>
            <a:off x="7162801" y="4791938"/>
            <a:ext cx="0" cy="6843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2A1B6645-E360-BC2F-7725-E2DFEC8FC1EC}"/>
              </a:ext>
            </a:extLst>
          </p:cNvPr>
          <p:cNvSpPr/>
          <p:nvPr/>
        </p:nvSpPr>
        <p:spPr>
          <a:xfrm>
            <a:off x="4531746" y="2178135"/>
            <a:ext cx="1282457" cy="471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퀵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스캔 모드</a:t>
            </a:r>
            <a:endParaRPr lang="ko-KR" altLang="en-US" sz="1000" dirty="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2CCA42D9-2E20-FF2A-674D-9CD0B3B06985}"/>
              </a:ext>
            </a:extLst>
          </p:cNvPr>
          <p:cNvSpPr/>
          <p:nvPr/>
        </p:nvSpPr>
        <p:spPr>
          <a:xfrm>
            <a:off x="6542264" y="2173857"/>
            <a:ext cx="1282457" cy="471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슝슝이</a:t>
            </a:r>
            <a:r>
              <a:rPr lang="ko-KR" altLang="en-US" sz="1000" dirty="0">
                <a:solidFill>
                  <a:schemeClr val="tx1"/>
                </a:solidFill>
              </a:rPr>
              <a:t> 학습 모드</a:t>
            </a:r>
            <a:endParaRPr lang="ko-KR" altLang="en-US" sz="1000" dirty="0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A1C6366E-88F8-74B9-5CCA-F57CCD998925}"/>
              </a:ext>
            </a:extLst>
          </p:cNvPr>
          <p:cNvSpPr/>
          <p:nvPr/>
        </p:nvSpPr>
        <p:spPr>
          <a:xfrm>
            <a:off x="8267545" y="2612331"/>
            <a:ext cx="1725281" cy="74762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chemeClr val="tx1"/>
                </a:solidFill>
              </a:rPr>
              <a:t>[</a:t>
            </a:r>
            <a:r>
              <a:rPr lang="ko-KR" altLang="en-US" sz="1300" dirty="0">
                <a:solidFill>
                  <a:schemeClr val="tx1"/>
                </a:solidFill>
              </a:rPr>
              <a:t>입력</a:t>
            </a:r>
            <a:r>
              <a:rPr lang="en-US" altLang="ko-KR" sz="1300" dirty="0">
                <a:solidFill>
                  <a:schemeClr val="tx1"/>
                </a:solidFill>
              </a:rPr>
              <a:t>] </a:t>
            </a:r>
            <a:r>
              <a:rPr lang="ko-KR" altLang="en-US" sz="1300" dirty="0">
                <a:solidFill>
                  <a:schemeClr val="tx1"/>
                </a:solidFill>
              </a:rPr>
              <a:t>스마트폰 카메라 </a:t>
            </a:r>
            <a:r>
              <a:rPr lang="ko-KR" altLang="en-US" sz="1300" dirty="0" err="1">
                <a:solidFill>
                  <a:schemeClr val="tx1"/>
                </a:solidFill>
              </a:rPr>
              <a:t>타임랩스</a:t>
            </a:r>
            <a:r>
              <a:rPr lang="ko-KR" altLang="en-US" sz="1300" dirty="0">
                <a:solidFill>
                  <a:schemeClr val="tx1"/>
                </a:solidFill>
              </a:rPr>
              <a:t> 영상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CF711894-E55F-4DF8-9B42-55C50014BFA3}"/>
              </a:ext>
            </a:extLst>
          </p:cNvPr>
          <p:cNvSpPr/>
          <p:nvPr/>
        </p:nvSpPr>
        <p:spPr>
          <a:xfrm>
            <a:off x="8267545" y="4044316"/>
            <a:ext cx="1725281" cy="74762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chemeClr val="tx1"/>
                </a:solidFill>
              </a:rPr>
              <a:t>[</a:t>
            </a:r>
            <a:r>
              <a:rPr lang="ko-KR" altLang="en-US" sz="1300" dirty="0">
                <a:solidFill>
                  <a:schemeClr val="tx1"/>
                </a:solidFill>
              </a:rPr>
              <a:t>처리</a:t>
            </a:r>
            <a:r>
              <a:rPr lang="en-US" altLang="ko-KR" sz="1300" dirty="0">
                <a:solidFill>
                  <a:schemeClr val="tx1"/>
                </a:solidFill>
              </a:rPr>
              <a:t>] </a:t>
            </a:r>
            <a:r>
              <a:rPr lang="ko-KR" altLang="en-US" sz="1300" dirty="0">
                <a:solidFill>
                  <a:schemeClr val="tx1"/>
                </a:solidFill>
              </a:rPr>
              <a:t>자세 및 행동 패턴 분석</a:t>
            </a: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A18FBB69-B889-C812-B0D9-05ABC045E785}"/>
              </a:ext>
            </a:extLst>
          </p:cNvPr>
          <p:cNvCxnSpPr>
            <a:cxnSpLocks/>
            <a:stCxn id="39" idx="2"/>
            <a:endCxn id="41" idx="0"/>
          </p:cNvCxnSpPr>
          <p:nvPr/>
        </p:nvCxnSpPr>
        <p:spPr>
          <a:xfrm>
            <a:off x="9130186" y="3359953"/>
            <a:ext cx="0" cy="6843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21AD9501-DA8B-8813-3485-21AA3565F33E}"/>
              </a:ext>
            </a:extLst>
          </p:cNvPr>
          <p:cNvSpPr/>
          <p:nvPr/>
        </p:nvSpPr>
        <p:spPr>
          <a:xfrm>
            <a:off x="8267545" y="5476301"/>
            <a:ext cx="1725281" cy="74762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chemeClr val="tx1"/>
                </a:solidFill>
              </a:rPr>
              <a:t>[</a:t>
            </a:r>
            <a:r>
              <a:rPr lang="ko-KR" altLang="en-US" sz="1300" dirty="0">
                <a:solidFill>
                  <a:schemeClr val="tx1"/>
                </a:solidFill>
              </a:rPr>
              <a:t>입력</a:t>
            </a:r>
            <a:r>
              <a:rPr lang="en-US" altLang="ko-KR" sz="1300" dirty="0">
                <a:solidFill>
                  <a:schemeClr val="tx1"/>
                </a:solidFill>
              </a:rPr>
              <a:t>] </a:t>
            </a:r>
            <a:r>
              <a:rPr lang="ko-KR" altLang="en-US" sz="1300" dirty="0">
                <a:solidFill>
                  <a:schemeClr val="tx1"/>
                </a:solidFill>
              </a:rPr>
              <a:t>학습 패턴 리포트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CC477D68-2F70-DEAF-2987-25F815186D12}"/>
              </a:ext>
            </a:extLst>
          </p:cNvPr>
          <p:cNvCxnSpPr>
            <a:cxnSpLocks/>
            <a:stCxn id="41" idx="2"/>
            <a:endCxn id="43" idx="0"/>
          </p:cNvCxnSpPr>
          <p:nvPr/>
        </p:nvCxnSpPr>
        <p:spPr>
          <a:xfrm>
            <a:off x="9130186" y="4791938"/>
            <a:ext cx="0" cy="6843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078E11B7-48B7-736D-B7CA-5C779CAB4B22}"/>
              </a:ext>
            </a:extLst>
          </p:cNvPr>
          <p:cNvSpPr/>
          <p:nvPr/>
        </p:nvSpPr>
        <p:spPr>
          <a:xfrm>
            <a:off x="8509649" y="2173857"/>
            <a:ext cx="1282457" cy="471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AI</a:t>
            </a:r>
            <a:r>
              <a:rPr lang="ko-KR" altLang="en-US" sz="1000" dirty="0">
                <a:solidFill>
                  <a:schemeClr val="tx1"/>
                </a:solidFill>
              </a:rPr>
              <a:t> 집중 모드</a:t>
            </a:r>
            <a:endParaRPr lang="ko-KR" altLang="en-US" sz="1000" dirty="0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135091A3-E321-7AD8-BEDF-EE736DF38831}"/>
              </a:ext>
            </a:extLst>
          </p:cNvPr>
          <p:cNvSpPr/>
          <p:nvPr/>
        </p:nvSpPr>
        <p:spPr>
          <a:xfrm>
            <a:off x="8488956" y="4728679"/>
            <a:ext cx="1282457" cy="4715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en-US" altLang="ko-KR" sz="1000" dirty="0" err="1">
                <a:solidFill>
                  <a:schemeClr val="tx1"/>
                </a:solidFill>
              </a:rPr>
              <a:t>MediaPipe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endParaRPr lang="ko-KR" altLang="en-US" sz="1000" dirty="0"/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8260ADA3-970A-59E4-6D77-0FC5DE4903B1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5135589" y="1782792"/>
            <a:ext cx="2027211" cy="3723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0CADB880-5EE7-6069-8CFF-E5CDA4C55A6B}"/>
              </a:ext>
            </a:extLst>
          </p:cNvPr>
          <p:cNvCxnSpPr/>
          <p:nvPr/>
        </p:nvCxnSpPr>
        <p:spPr>
          <a:xfrm flipH="1">
            <a:off x="7144774" y="1769820"/>
            <a:ext cx="1" cy="3910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B945196E-D439-CC66-8E16-12C1F05CC3C1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7162800" y="1782792"/>
            <a:ext cx="2009184" cy="3953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2780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</Words>
  <Application>Microsoft Office PowerPoint</Application>
  <PresentationFormat>와이드스크린</PresentationFormat>
  <Paragraphs>22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형원 고</dc:creator>
  <cp:lastModifiedBy>형원 고</cp:lastModifiedBy>
  <cp:revision>1</cp:revision>
  <dcterms:created xsi:type="dcterms:W3CDTF">2025-10-17T08:53:48Z</dcterms:created>
  <dcterms:modified xsi:type="dcterms:W3CDTF">2025-10-17T08:53:56Z</dcterms:modified>
</cp:coreProperties>
</file>